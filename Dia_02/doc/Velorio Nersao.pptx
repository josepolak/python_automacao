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A1FFC-E81D-5843-8F2C-35006F461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5400"/>
              <a:t>Vida eterna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22A9F4-750E-BB43-8519-CFE77813A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pt-BR" sz="3200"/>
              <a:t>1Jo 5.11b-12</a:t>
            </a:r>
          </a:p>
        </p:txBody>
      </p:sp>
    </p:spTree>
    <p:extLst>
      <p:ext uri="{BB962C8B-B14F-4D97-AF65-F5344CB8AC3E}">
        <p14:creationId xmlns:p14="http://schemas.microsoft.com/office/powerpoint/2010/main" val="411715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6D21221-524F-4846-A7F2-7DE2B49B38D4}"/>
              </a:ext>
            </a:extLst>
          </p:cNvPr>
          <p:cNvSpPr txBox="1"/>
          <p:nvPr/>
        </p:nvSpPr>
        <p:spPr>
          <a:xfrm>
            <a:off x="614224" y="1317007"/>
            <a:ext cx="11042807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 b="1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1 Jo 5.11b-12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pt-BR" sz="4000" b="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 b="1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11b</a:t>
            </a:r>
            <a:r>
              <a:rPr lang="pt-BR" sz="400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D</a:t>
            </a:r>
            <a:r>
              <a:rPr lang="pt-BR" sz="4000" b="0" i="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eus nos deu a vida eterna; e esta vida está em seu Filho. </a:t>
            </a:r>
            <a:endParaRPr lang="pt-BR" sz="4000">
              <a:effectLst/>
            </a:endParaRPr>
          </a:p>
          <a:p>
            <a:pPr marL="758952" lvl="1" indent="-301752" rtl="1">
              <a:spcBef>
                <a:spcPts val="432"/>
              </a:spcBef>
              <a:spcAft>
                <a:spcPts val="600"/>
              </a:spcAft>
            </a:pPr>
            <a:r>
              <a:rPr lang="pt-BR" sz="4000" b="1">
                <a:solidFill>
                  <a:srgbClr val="000000"/>
                </a:solidFill>
                <a:latin typeface="Arial" panose="020B0604020202020204" pitchFamily="34" charset="0"/>
              </a:rPr>
              <a:t>12 </a:t>
            </a:r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Quem tem</a:t>
            </a:r>
            <a:r>
              <a:rPr lang="pt-BR" sz="4000" b="0" i="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o Filho tem a vida; quem não tem o Filho de Deus não tem a vida.</a:t>
            </a:r>
            <a:endParaRPr lang="pt-BR" sz="40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460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1278E78-359B-F340-9A2B-51270BC83F0A}"/>
              </a:ext>
            </a:extLst>
          </p:cNvPr>
          <p:cNvSpPr txBox="1"/>
          <p:nvPr/>
        </p:nvSpPr>
        <p:spPr>
          <a:xfrm>
            <a:off x="414188" y="1023599"/>
            <a:ext cx="11363623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Mais do que para lamentar a morte de nosso pai, estamos aqui para celebrar sua vida.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pt-BR" sz="4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Tivemos muitos bons momentos ao lado dele: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pt-BR" sz="400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571500" indent="-57150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Char char="-"/>
            </a:pPr>
            <a:r>
              <a:rPr lang="pt-BR" sz="4000">
                <a:effectLst/>
              </a:rPr>
              <a:t>Adorava uma pescaria, e pôde pescar na companhia dos filhos e de amigos</a:t>
            </a:r>
          </a:p>
        </p:txBody>
      </p:sp>
    </p:spTree>
    <p:extLst>
      <p:ext uri="{BB962C8B-B14F-4D97-AF65-F5344CB8AC3E}">
        <p14:creationId xmlns:p14="http://schemas.microsoft.com/office/powerpoint/2010/main" val="920196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7405BD9-41ED-E747-B4E1-33AE00FC95EB}"/>
              </a:ext>
            </a:extLst>
          </p:cNvPr>
          <p:cNvSpPr txBox="1"/>
          <p:nvPr/>
        </p:nvSpPr>
        <p:spPr>
          <a:xfrm>
            <a:off x="422444" y="981344"/>
            <a:ext cx="11347112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Char char="-"/>
            </a:pPr>
            <a:r>
              <a:rPr lang="pt-BR" sz="4000" i="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Gostava de assar uma carne, comer um bom churrasco, e fez isso inúmeras vezes com a família;</a:t>
            </a:r>
            <a:endParaRPr lang="pt-BR" sz="4000" i="0" kern="1200">
              <a:solidFill>
                <a:srgbClr val="000000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pPr marL="571500" indent="-57150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Char char="-"/>
            </a:pPr>
            <a:r>
              <a:rPr lang="pt-BR" sz="400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Gostava de tocar saxofone e, enquanto teve fôlego para isso, tocou para louvar nosso Deus;</a:t>
            </a:r>
          </a:p>
          <a:p>
            <a:pPr marL="571500" indent="-57150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Char char="-"/>
            </a:pPr>
            <a:endParaRPr lang="pt-BR" sz="40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331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EBE2DA0-C0E4-3A47-BD43-B516CFE5FA7F}"/>
              </a:ext>
            </a:extLst>
          </p:cNvPr>
          <p:cNvSpPr txBox="1"/>
          <p:nvPr/>
        </p:nvSpPr>
        <p:spPr>
          <a:xfrm>
            <a:off x="364654" y="1007087"/>
            <a:ext cx="114626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  <a:buFontTx/>
              <a:buChar char="-"/>
            </a:pPr>
            <a:r>
              <a:rPr lang="pt-BR" sz="4000" b="0" i="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Gostava de viver e, não tenho dúvidas, em Cristo, ele agora continua a vida plenamente, na eternidade, pois ele tem o Filho de Deus</a:t>
            </a:r>
            <a:r>
              <a:rPr lang="pt-BR" sz="4000" b="0" i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rPr>
              <a:t>, ele conheceu a Verdade e foi liberto por ela!</a:t>
            </a:r>
            <a:endParaRPr lang="pt-BR" sz="4000" b="0" i="0" kern="120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646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2FD7EA1-4D6F-C940-865F-8A581650EC0E}"/>
              </a:ext>
            </a:extLst>
          </p:cNvPr>
          <p:cNvSpPr txBox="1"/>
          <p:nvPr/>
        </p:nvSpPr>
        <p:spPr>
          <a:xfrm>
            <a:off x="331631" y="862282"/>
            <a:ext cx="11462691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Ainda que muitos de seus projetos não tenham dado certo, não podemos negar que sempre os executou pensando no bem-estar da família.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pt-BR" sz="4000" b="0" i="0" kern="120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Nunca nos deixou faltar qualquer coisa, com a graça de Deus.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pt-BR" sz="4000" b="0" i="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empre nos incentivou ao trabalho: sua lição para nós, filhos.</a:t>
            </a:r>
          </a:p>
        </p:txBody>
      </p:sp>
    </p:spTree>
    <p:extLst>
      <p:ext uri="{BB962C8B-B14F-4D97-AF65-F5344CB8AC3E}">
        <p14:creationId xmlns:p14="http://schemas.microsoft.com/office/powerpoint/2010/main" val="352327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A31BAEC-02A1-6D4F-B6D6-B5D9A89E13A8}"/>
              </a:ext>
            </a:extLst>
          </p:cNvPr>
          <p:cNvSpPr txBox="1"/>
          <p:nvPr/>
        </p:nvSpPr>
        <p:spPr>
          <a:xfrm>
            <a:off x="465621" y="862281"/>
            <a:ext cx="11260758" cy="48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3600">
                <a:solidFill>
                  <a:srgbClr val="000000"/>
                </a:solidFill>
                <a:latin typeface="Arial" panose="020B0604020202020204" pitchFamily="34" charset="0"/>
              </a:rPr>
              <a:t>Além disso, e o mais importante: ele e nossa mãe nos levaram à Casa do Senhor, onde conhecemos o Evangelho de Cristo.</a:t>
            </a: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pt-BR" sz="4000" b="0" i="0" kern="120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  <a:p>
            <a:pPr algn="l" rtl="0" eaLnBrk="1" latinLnBrk="0" hangingPunct="1">
              <a:spcBef>
                <a:spcPts val="432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pt-BR" sz="3600">
                <a:solidFill>
                  <a:srgbClr val="000000"/>
                </a:solidFill>
                <a:latin typeface="Arial" panose="020B0604020202020204" pitchFamily="34" charset="0"/>
              </a:rPr>
              <a:t>Portanto, hoje, no lugar de lamentar sua morte, prefiro agradecer a Deus pelo tempo precioso que o Senhor nos concedeu com o Nersão, pelo seu amor por nossa mãe e pelo cuidado que teve conosco.</a:t>
            </a:r>
          </a:p>
        </p:txBody>
      </p:sp>
    </p:spTree>
    <p:extLst>
      <p:ext uri="{BB962C8B-B14F-4D97-AF65-F5344CB8AC3E}">
        <p14:creationId xmlns:p14="http://schemas.microsoft.com/office/powerpoint/2010/main" val="4114123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0C1951F-4A8B-A246-8A24-0A9579F68D88}"/>
              </a:ext>
            </a:extLst>
          </p:cNvPr>
          <p:cNvSpPr txBox="1"/>
          <p:nvPr/>
        </p:nvSpPr>
        <p:spPr>
          <a:xfrm>
            <a:off x="371506" y="797760"/>
            <a:ext cx="114176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Hoje ele está com Cristo, gozando da vida eterna!</a:t>
            </a:r>
          </a:p>
          <a:p>
            <a:endParaRPr lang="pt-BR" sz="4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Estamos tristes, pois sua ausência pesa em nossos corações. Mas cremos firmemente que esse afastamento é passageiro.</a:t>
            </a:r>
          </a:p>
          <a:p>
            <a:r>
              <a:rPr lang="pt-BR" sz="4000">
                <a:solidFill>
                  <a:srgbClr val="000000"/>
                </a:solidFill>
                <a:latin typeface="Arial" panose="020B0604020202020204" pitchFamily="34" charset="0"/>
              </a:rPr>
              <a:t>Em breve, estaremos todos juntos novamente, diante do Deus Triúno, para louvar Seu Nome Santo.</a:t>
            </a:r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270846479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Dividendo</vt:lpstr>
      <vt:lpstr>Vida eterna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Vida eterna</dc:title>
  <dc:creator>José Polak</dc:creator>
  <cp:lastModifiedBy>José Polak</cp:lastModifiedBy>
  <cp:revision>2</cp:revision>
  <dcterms:created xsi:type="dcterms:W3CDTF">2020-10-04T05:46:10Z</dcterms:created>
  <dcterms:modified xsi:type="dcterms:W3CDTF">2020-10-04T07:19:38Z</dcterms:modified>
</cp:coreProperties>
</file>